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317" r:id="rId63"/>
    <p:sldId id="475" r:id="rId22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Work and Codex subagents; workspace agents and always-on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the public site never changes.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kit  </a:t>
            </a:r>
            <a:r>
              <a:rPr sz="1300">
                <a:solidFill>
                  <a:srgbClr val="6B6862"/>
                </a:solidFill>
                <a:latin typeface="Calibri"/>
              </a:rPr>
              <a:t>Copy publisher-kit/scripts into scripts/.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Dry run first; --live only if your accounts are connected.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700" b="0">
                <a:solidFill>
                  <a:srgbClr val="21201C"/>
                </a:solidFill>
                <a:latin typeface="Calibri"/>
              </a:defRPr>
            </a:pPr>
            <a:r>
              <a:t>- creative-designer: one image per post with $imagegen and alt text, from the brief.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158</a:t>
            </a:r>
            <a:endParaRPr lang="en-US" sz="9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