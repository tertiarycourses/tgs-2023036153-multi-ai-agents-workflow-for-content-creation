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317" r:id="rId63"/>
    <p:sldId id="484" r:id="rId232"/>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Results depend on the system around the model.</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Cowork merges into Claude; Claude Code agent teams — agents that share a task list and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The gate is on  </a:t>
            </a:r>
            <a:r>
              <a:rPr sz="1300">
                <a:solidFill>
                  <a:srgbClr val="6B6862"/>
                </a:solidFill>
                <a:latin typeface="Calibri"/>
              </a:rPr>
              <a:t>Your studio folder came with the approval gate and agent teams switched on — nothing to install.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must block it.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Teammates appear in the panel; ↑ ↓ and Enter open one; Ctrl+T shows the task list.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designer asks the creator for each post's hook; the Lead sends fixes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open the review email and click its link). Click Approve or Request changes, then paste the copied line into the chat.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A dry run first; real posting only if your accounts are connected.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58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580" b="0">
                <a:solidFill>
                  <a:srgbClr val="21201C"/>
                </a:solidFill>
                <a:latin typeface="Calibri"/>
              </a:defRPr>
            </a:pPr>
            <a:r>
              <a:t>- creative-designer: one image per post (a rendered card in Horizon colours) with alt text; message the creator for each post's hook before designing.</a:t>
            </a:r>
          </a:p>
          <a:p>
            <a:pPr>
              <a:lnSpc>
                <a:spcPct val="110000"/>
              </a:lnSpc>
              <a:defRPr sz="1580" b="0">
                <a:solidFill>
                  <a:srgbClr val="21201C"/>
                </a:solidFill>
                <a:latin typeface="Calibri"/>
              </a:defRPr>
            </a:pPr>
            <a:r>
              <a:t>- You: fact-check and fin-compliance on every post; message fixes to the teammate who owns it. Before you start, ask me how I will review: in the artifact, or by email (then ask for the approver's address). When a post passes, submit it for review with scripts/submit.mjs. Publish the two posts as an artifact, each as it will look in the feed, with its image and alt text; under each post put an Approve button and a Request changes box that copy the exact line for me to paste in the chat.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publish</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do a dry run of publishing it (scripts/publish.mjs) and publish each request as an artifact: one card per post with channel, time and link. Wait for me to say "go" before anything goes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designer and the creator messaged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open the review email and click its link). Click Approve or Request changes, then paste the copied line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580" b="0">
                <a:solidFill>
                  <a:srgbClr val="21201C"/>
                </a:solidFill>
                <a:latin typeface="Calibri"/>
              </a:defRPr>
            </a:pPr>
            <a:r>
              <a:t>content-creator, website-designer and growth-analyst.</a:t>
            </a:r>
          </a:p>
          <a:p>
            <a:pPr>
              <a:lnSpc>
                <a:spcPct val="110000"/>
              </a:lnSpc>
              <a:defRPr sz="1580" b="0">
                <a:solidFill>
                  <a:srgbClr val="21201C"/>
                </a:solidFill>
                <a:latin typeface="Calibri"/>
              </a:defRPr>
            </a:pPr>
            <a:r>
              <a:t>- content-creator: issue.md (id nl-2026-11) with newsletter, and the landing-page copy.</a:t>
            </a:r>
          </a:p>
          <a:p>
            <a:pPr>
              <a:lnSpc>
                <a:spcPct val="110000"/>
              </a:lnSpc>
              <a:defRPr sz="1580" b="0">
                <a:solidFill>
                  <a:srgbClr val="21201C"/>
                </a:solidFill>
                <a:latin typeface="Calibri"/>
              </a:defRPr>
            </a:pPr>
            <a:r>
              <a:t>- website-designer: web/checklist/index.html with lead-magnet, web-design and landing-page from the approved copy; page-qa.</a:t>
            </a:r>
          </a:p>
          <a:p>
            <a:pPr>
              <a:lnSpc>
                <a:spcPct val="110000"/>
              </a:lnSpc>
              <a:defRPr sz="15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 Approve button and a Request changes box that copy the exact line for me to paste in the chat.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Ctrl+T shows the task list.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700" b="0">
                <a:solidFill>
                  <a:srgbClr val="21201C"/>
                </a:solidFill>
                <a:latin typeface="Calibri"/>
              </a:defRPr>
            </a:pPr>
            <a:r>
              <a:t>- advocate, using the agent type growth-strategist:</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using the agent type growth-analyst:</a:t>
            </a:r>
          </a:p>
          <a:p>
            <a:pPr>
              <a:lnSpc>
                <a:spcPct val="110000"/>
              </a:lnSpc>
              <a:defRPr sz="1700" b="0">
                <a:solidFill>
                  <a:srgbClr val="21201C"/>
                </a:solidFill>
                <a:latin typeface="Calibri"/>
              </a:defRPr>
            </a:pPr>
            <a:r>
              <a:t>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70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167</a:t>
            </a:r>
            <a:endParaRPr lang="en-US" sz="9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