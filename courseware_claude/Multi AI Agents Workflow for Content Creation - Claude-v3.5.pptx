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274" r:id="rId20"/>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Cowork merges into Claude; Claude Code agent teams — agents that share a task list and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put the website online.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Horizon's public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a:t>
            </a:r>
          </a:p>
          <a:p>
            <a:pPr>
              <a:lnSpc>
                <a:spcPct val="110000"/>
              </a:lnSpc>
              <a:defRPr sz="1700" b="0">
                <a:solidFill>
                  <a:srgbClr val="21201C"/>
                </a:solidFill>
                <a:latin typeface="Calibri"/>
              </a:defRPr>
            </a:pPr>
            <a:r>
              <a:t>Public site (link in every post):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the public site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First tell me which connectors and plugins you can use. Then run these five checks, each by its own subagent:</a:t>
            </a:r>
          </a:p>
          <a:p>
            <a:pPr>
              <a:lnSpc>
                <a:spcPct val="110000"/>
              </a:lnSpc>
              <a:defRPr sz="1700" b="0">
                <a:solidFill>
                  <a:srgbClr val="21201C"/>
                </a:solidFill>
                <a:latin typeface="Calibri"/>
              </a:defRPr>
            </a:pPr>
            <a:r>
              <a:t>1. growth-strategist: Firecrawl — search for one 2026 news item about financial planning in Singapore, scrape it and cite it.</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render a 1080x1080 test card in Horizon colours and save it in content/test/.</a:t>
            </a:r>
          </a:p>
          <a:p>
            <a:pPr>
              <a:lnSpc>
                <a:spcPct val="110000"/>
              </a:lnSpc>
              <a:defRPr sz="1700" b="0">
                <a:solidFill>
                  <a:srgbClr val="21201C"/>
                </a:solidFill>
                <a:latin typeface="Calibri"/>
              </a:defRPr>
            </a:pPr>
            <a:r>
              <a:t>5. website-designer: built-in browser — open Horizon's public site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