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485" r:id="rId233"/>
    <p:sldId id="317" r:id="rId63"/>
    <p:sldId id="486" r:id="rId23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172</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Labs 8 and 9 add to it, and every post links to it.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Ask: "Create a Google Drive folder named Horizon Studio and upload every file in data/ to it as plain files — do not convert them."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start my website if it is not running, and open it.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start my website if it is not running, and open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Get the latest kit  </a:t>
            </a:r>
            <a:r>
              <a:rPr sz="1550">
                <a:solidFill>
                  <a:srgbClr val="6B6862"/>
                </a:solidFill>
                <a:latin typeface="Calibri"/>
              </a:rPr>
              <a:t>Copy and paste Prompt A. Claude downloads the newest course files into your folder and starts your website. Your own work stays as it is.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Test the gate  </a:t>
            </a:r>
            <a:r>
              <a:rPr sz="1550">
                <a:solidFill>
                  <a:srgbClr val="6B6862"/>
                </a:solidFill>
                <a:latin typeface="Calibri"/>
              </a:rPr>
              <a:t>Ask Claude to approve a post itself. The gate must block it.</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Start the team  </a:t>
            </a:r>
            <a:r>
              <a:rPr sz="1550">
                <a:solidFill>
                  <a:srgbClr val="6B6862"/>
                </a:solidFill>
                <a:latin typeface="Calibri"/>
              </a:rPr>
              <a:t>After Claude says the kit is up to date, copy and paste Prompt B. The Lead starts two teammates and tells you as each one starts and finishes.</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Watch them talk  </a:t>
            </a:r>
            <a:r>
              <a:rPr sz="1550">
                <a:solidFill>
                  <a:srgbClr val="6B6862"/>
                </a:solidFill>
                <a:latin typeface="Calibri"/>
              </a:rPr>
              <a:t>The review page opens with a Team chat: the designer asking the creator for each hook, and the Lead's fixes.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Approve as a person  </a:t>
            </a:r>
            <a:r>
              <a:rPr sz="1550">
                <a:solidFill>
                  <a:srgbClr val="6B6862"/>
                </a:solidFill>
                <a:latin typeface="Calibri"/>
              </a:rPr>
              <a:t>Review in the artifact (or open the review email and click its link). Click Approve or Request changes on each post, then Copy in the bottom bar and paste into the chat.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Get ready to post  </a:t>
            </a:r>
            <a:r>
              <a:rPr sz="1550">
                <a:solidFill>
                  <a:srgbClr val="6B6862"/>
                </a:solidFill>
                <a:latin typeface="Calibri"/>
              </a:rPr>
              <a:t>After you have approved the posts, copy and paste Prompt C. Each post appears with a Copy button for its text, and the folder with the two images opens on your computer.</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Post it yourself  </a:t>
            </a:r>
            <a:r>
              <a:rPr sz="1550">
                <a:solidFill>
                  <a:srgbClr val="6B6862"/>
                </a:solidFill>
                <a:latin typeface="Calibri"/>
              </a:rPr>
              <a:t>Paste the text, add the image, Post — on LinkedIn and a test Facebook Page. Or stop at the preview.</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9</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Optional: post through the apps  </a:t>
            </a:r>
            <a:r>
              <a:rPr sz="1550">
                <a:solidFill>
                  <a:srgbClr val="6B6862"/>
                </a:solidFill>
                <a:latin typeface="Calibri"/>
              </a:rPr>
              <a:t>Follow "Optional: post through LinkedIn and Facebook" in this lab's README.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get the latest kit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Bring this studio up to date with the course kit. Download each file below from https://raw.githubusercontent.com/tertiarycourses/TGS-2023036153-Multi-AI-Agents-Workflow-for-Content-Creation/main/labs_claude/horizon-studio/ into the same place here, replacing the old copy:</a:t>
            </a:r>
          </a:p>
          <a:p>
            <a:pPr>
              <a:lnSpc>
                <a:spcPct val="110000"/>
              </a:lnSpc>
              <a:defRPr sz="1700" b="0">
                <a:solidFill>
                  <a:srgbClr val="21201C"/>
                </a:solidFill>
                <a:latin typeface="Calibri"/>
              </a:defRPr>
            </a:pPr>
            <a:r>
              <a:t>.claude/settings.json; scripts/approve-chat.mjs, gate-hook.mjs, lib.mjs, publish.mjs, serve-site.mjs and submit.mjs; data/publishing-spec.md, channel-formats.md, connect-accounts.md and env.example. Touch nothing else. Then add these rules to CLAUDE.md if they are missing: every post links to http://localhost:8080/ with UTM tags, never a claude.ai artifact link; a person approves by typing "approved &lt;id&gt; by &lt;name&gt;" in the chat; never ask me to run a command. Then start my website and tell me in one line that the kit is up to date.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social team</a:t>
            </a:r>
          </a:p>
        </p:txBody>
      </p:sp>
      <p:sp>
        <p:nvSpPr>
          <p:cNvPr id="9" name="TextBox 8"/>
          <p:cNvSpPr txBox="1"/>
          <p:nvPr/>
        </p:nvSpPr>
        <p:spPr>
          <a:xfrm>
            <a:off x="822960" y="2313432"/>
            <a:ext cx="10515600" cy="3694874"/>
          </a:xfrm>
          <a:prstGeom prst="rect">
            <a:avLst/>
          </a:prstGeom>
          <a:noFill/>
        </p:spPr>
        <p:txBody>
          <a:bodyPr wrap="square" lIns="18288" rIns="18288" tIns="9144" bIns="9144">
            <a:spAutoFit/>
          </a:bodyPr>
          <a:lstStyle/>
          <a:p>
            <a:pPr>
              <a:lnSpc>
                <a:spcPct val="110000"/>
              </a:lnSpc>
              <a:defRPr sz="12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25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2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2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Ask: "Upload data/campaign-results.csv to my Google Drive folder Horizon Studio as a plain file, replacing any old copy."</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170</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